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AI Product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meeting action items are never completed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Industry estimates range ~44–73% never completed (Fellow, Streamli9). Directional — as PM, first job is to validate with first-party instrumentation before over-investing.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—  SEE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181F"/>
                </a:solidFill>
                <a:latin typeface="Calibri"/>
              </a:rPr>
              <a:t>Paste a transcript → the board writes itself.</a:t>
            </a:r>
          </a:p>
        </p:txBody>
      </p:sp>
      <p:pic>
        <p:nvPicPr>
          <p:cNvPr id="6" name="Picture 5" descr="postmeet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488" y="1645920"/>
            <a:ext cx="6164719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013488" y="1645920"/>
            <a:ext cx="6164718" cy="4709160"/>
          </a:xfrm>
          <a:prstGeom prst="rect">
            <a:avLst/>
          </a:prstGeom>
          <a:noFill/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19D"/>
                </a:solidFill>
                <a:latin typeface="Calibri"/>
              </a:rPr>
              <a:t>Real output from the live app — extracted in ~2.8s: summary, decisions, and one column per owner, each card one click from a prefilled Calendar event or Gmail draft.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AUTO-CAPTURE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Capture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Extension + AI notetaker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Auto-joins Zoom / Teams / Meet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Gmail, Outlook, Calendar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github.com/Shubham-33/postmeet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