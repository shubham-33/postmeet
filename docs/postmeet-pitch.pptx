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AI PRODUCT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6181F"/>
                </a:solidFill>
                <a:latin typeface="Calibri"/>
              </a:rPr>
              <a:t>Postmeet</a:t>
            </a:r>
            <a:r>
              <a:rPr sz="5400" b="1">
                <a:solidFill>
                  <a:srgbClr val="C2410C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6181F"/>
                </a:solidFill>
                <a:latin typeface="Calibri"/>
              </a:rPr>
              <a:t>The last mile of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16E"/>
                </a:solidFill>
                <a:latin typeface="Calibri"/>
              </a:rPr>
              <a:t>Every meeting produces commitments. Most of them evaporate. Postmeet turns a raw transcript into distributed, owned action — in about five seconds, with zero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500" b="0">
                <a:solidFill>
                  <a:srgbClr val="5A616E"/>
                </a:solidFill>
                <a:latin typeface="Calibri"/>
              </a:rPr>
              <a:t>   ·   AI Product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486400"/>
            <a:ext cx="5623560" cy="402336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5541264"/>
            <a:ext cx="5394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410C"/>
                </a:solidFill>
                <a:latin typeface="Consolas"/>
              </a:rPr>
              <a:t>🏆  2nd Runner-Up</a:t>
            </a:r>
            <a:r>
              <a:rPr sz="1000" b="0">
                <a:solidFill>
                  <a:srgbClr val="5A616E"/>
                </a:solidFill>
                <a:latin typeface="Consolas"/>
              </a:rPr>
              <a:t>  ·  PromptWars Chennai 2026  ·  Google for Developers × Hack2Skill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19D"/>
                </a:solidFill>
                <a:latin typeface="Consolas"/>
              </a:rPr>
              <a:t>Live demo: postmeet.onrender.com      Repo: github.com/Shubham-33/postmeet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—  SEE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181F"/>
                </a:solidFill>
                <a:latin typeface="Calibri"/>
              </a:rPr>
              <a:t>Paste a transcript → the board writes itself.</a:t>
            </a:r>
          </a:p>
        </p:txBody>
      </p:sp>
      <p:pic>
        <p:nvPicPr>
          <p:cNvPr id="6" name="Picture 5" descr="postmeet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999" y="1645920"/>
            <a:ext cx="709369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548999" y="1645920"/>
            <a:ext cx="7093696" cy="4709160"/>
          </a:xfrm>
          <a:prstGeom prst="rect">
            <a:avLst/>
          </a:prstGeom>
          <a:noFill/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19D"/>
                </a:solidFill>
                <a:latin typeface="Calibri"/>
              </a:rPr>
              <a:t>Real output from the live app — extracted in ~3s: summary, decisions, and one column per owner, each card one click from a prefilled Calendar event or Gmail draft.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01 ·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Paste a meeting → get owned action → distribute in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Drop it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Paste a transcript, a public Google Doc URL, or a file. No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AI structures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Summary, decisions, and action items — each with owner, email, due date,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DISTRIBUTE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One-click send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Each item opens a prefilled Google Calendar event or Gmail draft. Just Save / Send.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54864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81728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The “no-OAuth trick”: prefilled Calendar / Gmail URLs open in the user's already-logged-in Google. </a:t>
            </a:r>
            <a:r>
              <a:rPr sz="1800" b="1">
                <a:solidFill>
                  <a:srgbClr val="C2410C"/>
                </a:solidFill>
                <a:latin typeface="Calibri"/>
              </a:rPr>
              <a:t>Time-to-value ~10 seconds — no integration, no admin approval, no scope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02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Meetings manufacture commitments. Then the commitments go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C2410C"/>
                </a:solidFill>
                <a:latin typeface="Calibri"/>
              </a:rPr>
              <a:t>~70%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of meeting action items are never completed — they live in someone's notes, a Slack thread, a doc nobody reopens.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Knowledge workers spend a huge share of the week in meetings — what matters is the follow-through, not the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383279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1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The pain isn't capturing what was said. It's doing what was decided.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434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1655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Dropped commitments = re-work, missed deadlines, and eroded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alibri"/>
              </a:rPr>
              <a:t>Industry estimates range ~44–73% never completed (Fellow, Streamli9). Directional — as PM, first job is to validate with first-party instrumentation before over-investing.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03 · 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Everyone is fighting over capture. The last mile is wide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25780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CROWDED — “CAPTURE”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Transcribe &amp;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Otter, Fireflies, Fathom, Granola — all competing on better transcripts. Table stakes now. The commitments they surface still die in a doc.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120640" cy="214884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OPEN — “THE LAST MILE”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0779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Distribute &amp; 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Getting each commitment into the tool the owner actually lives in — their calendar, their inbox — is where follow-through is won or lost.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54864" cy="10972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6181F"/>
                </a:solidFill>
                <a:latin typeface="Calibri"/>
              </a:rPr>
              <a:t>The blocker on the last mile isn't a smarter model — it's </a:t>
            </a:r>
            <a:r>
              <a:rPr sz="2100" b="1">
                <a:solidFill>
                  <a:srgbClr val="C2410C"/>
                </a:solidFill>
                <a:latin typeface="Calibri"/>
              </a:rPr>
              <a:t>setup friction</a:t>
            </a:r>
            <a:r>
              <a:rPr sz="2100" b="0">
                <a:solidFill>
                  <a:srgbClr val="16181F"/>
                </a:solidFill>
                <a:latin typeface="Calibri"/>
              </a:rPr>
              <a:t>. So the wedge is zero-setup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04 · THE AI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Reliable structure out of an unreliable medium.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onsolas"/>
              </a:rPr>
              <a:t>transcript  →  </a:t>
            </a:r>
            <a:r>
              <a:rPr sz="1300" b="1">
                <a:solidFill>
                  <a:srgbClr val="C2410C"/>
                </a:solidFill>
                <a:latin typeface="Consolas"/>
              </a:rPr>
              <a:t>LLM · JSON mode</a:t>
            </a:r>
            <a:r>
              <a:rPr sz="1300" b="0">
                <a:solidFill>
                  <a:srgbClr val="5A616E"/>
                </a:solidFill>
                <a:latin typeface="Consolas"/>
              </a:rPr>
              <a:t>  →  schema-validated JSON  →  board + prefilled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Structured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fixed JSON contract (summary / decisions / action items), pinned in the system prompt and decoded by a tolerant parser. One call, no retry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Extracts only explicit commitments — no invented tasks. Empty fields when data is absent. The difference between useful and hallucinated.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Graceful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model fallback chain: if the primary is cold or errors, it drops to a backup so the request still succeeds.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05 · THE DEFINING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I shipped the smaller model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919D"/>
                </a:solidFill>
                <a:latin typeface="Consolas"/>
              </a:rPr>
              <a:t>REJECTED AS PRIMARY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70B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9s–46s, inconsistent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cold-starts, timeouts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marginally higher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SHIPPED AS PRIMARY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~2.5s,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steady across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comparable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17720"/>
            <a:ext cx="54864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81728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Model quality is an </a:t>
            </a:r>
            <a:r>
              <a:rPr sz="1800" b="1">
                <a:solidFill>
                  <a:srgbClr val="C2410C"/>
                </a:solidFill>
                <a:latin typeface="Calibri"/>
              </a:rPr>
              <a:t>input</a:t>
            </a:r>
            <a:r>
              <a:rPr sz="1800" b="0">
                <a:solidFill>
                  <a:srgbClr val="16181F"/>
                </a:solidFill>
                <a:latin typeface="Calibri"/>
              </a:rPr>
              <a:t> to product value, not the goal. A demo that always works in two seconds beats a “smarter” one that sometimes hangs — reliability builds trust faster than marginal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06 · HOW I'D MEASURE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One north star, a funnel beneath it, guardrails around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61320" cy="114300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NORTH-STAR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181F"/>
                </a:solidFill>
                <a:latin typeface="Calibri"/>
              </a:rPr>
              <a:t>Commitment Completion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Of the action items surfaced, what share actually get done? Everything else is a proxy.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INPUT METRICS — THE 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Activation: % sessions that extract → distribute ≥1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616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Time-to-value: seconds paste → first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Extraction quality: precision / recall vs. eval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Retention: repeat use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118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GUARDRAIL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7763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Hallucination rate (invented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36168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Edit rate (proxy for accuracy)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4573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Error / failure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07 · MAKING AI DECISIONS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Vibes don't scale. Evals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Build a golden eval set: labelled transcripts with the “true” decisions and action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4564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Measure precision (did we invent tasks?), recall (did we miss commitments?), and field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55371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That's how I'd choose 8B vs 70B, catch regressions, and set a launch quality bar — not by gut.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331720"/>
            <a:ext cx="484632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THE COMPOUNDING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07792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81F"/>
                </a:solidFill>
                <a:latin typeface="Calibri"/>
              </a:rPr>
              <a:t>Every edit is a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7472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16E"/>
                </a:solidFill>
                <a:latin typeface="Calibri"/>
              </a:rPr>
              <a:t>Users correct the extracted items before sending. Those corrections are free, in-domain training data → fine-tune on accepted output → org-specific accuracy competitors can't match without the same data. The eval loop becomes the moat.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08 ·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What I deliberately left out — and why that's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MVP scope is a hypothesis test, not a feature checklist. I cut everything not needed to validate one thing: will people extract, then actually distribute?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No database. A refresh clears everything — and “no data stored” removes privacy friction for testers.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REAL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The URL-prefill trick proves value without OAuth. Real APIs are a scaling investment, made once the loop is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ACCOUNTS &amp;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Single-session, no login. Multi-user is a growth concern, not a validation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KEPT · THE CORE LOOP +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Extraction reliability, one-click distribution, honest guardrails, 100%-tested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09 · ROADMAP &amp;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From a one-click helper to the system of record for follow-through.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NOW ·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The core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Paste → extract → 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Zero setup, no OAuth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NEXT · AUTO-CAPTURE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Capture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Extension + AI notetaker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Auto-joins Zoom / Teams / Meet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Native Gmail, Outlook, Calendar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LATER · OWN THE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Proactive follow-through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Persistence + team workspaces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Nudges: “did you ship X?”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Completion tracking → closes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37760"/>
            <a:ext cx="54864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92624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6181F"/>
                </a:solidFill>
                <a:latin typeface="Calibri"/>
              </a:rPr>
              <a:t>Moat = the feedback loop. Accepted &amp; edited action items become proprietary training data → accuracy that compounds with usage.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10 · WHY THIS MATTERS FOR THE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81F"/>
                </a:solidFill>
                <a:latin typeface="Calibri"/>
              </a:rPr>
              <a:t>I don't just use AI tools. I make product decisions about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Found the non-obvious wedge — the last mile, not capture; friction, not model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Model tradeoffs, evals, guardrails, graceful degradation — decisions, with reasons.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Metrics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north star, an input funnel, and guardrails — measurement designed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Scoped an MVP as a hypothesis test; cut with intent; shipped what de-risks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credible path from a one-click tool to a defensible product with a data moat.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Built, tested (100% coverage), and deployed it solo — insight to live URL.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250" b="0">
                <a:solidFill>
                  <a:srgbClr val="8B919D"/>
                </a:solidFill>
                <a:latin typeface="Consolas"/>
              </a:rPr>
              <a:t>   ·   postmeet.onrender.com   ·   shubham-33.github.io/postmeet/case-study/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